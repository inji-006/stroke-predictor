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🧠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37360" y="914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Risk Predictor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3736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2C39A"/>
                </a:solidFill>
              </a:rPr>
              <a:t>An End-to-End Machine Learning Project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37360" y="2423160"/>
            <a:ext cx="5943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606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Stroke Prediction Dataset (Kaggle)  |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Model: 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Random Forest Classifier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Precision: 0.914  |  Recall: 0.967  |  Accuracy: 93.8%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4297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Deployed at 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Predict stroke risk from patient clinical &amp; demographic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1732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5,110 patients · 12 features · Real missing values &amp; imbalance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1732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8346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Live web app giving stroke probability for any patient profile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1 &amp;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About the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5,110 patient records, 12 columns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Target: stroke (0 = No, 1 = Yes)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Features: age, BMI, glucose, hypertension, heart disease, smoking status, and more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Only ~5% of patients had a stroke → severe class imbalance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Cleaning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🗑️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171907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Dropped ID column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9476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Not a useful feature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267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2677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Filled 201 missing BMI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4963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Used median (robust to outliers)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28163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Removed 'Unknown' gender row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30449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Only 1 invalid record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33649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Converted age to integer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593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Was stored as float (25.0 → 25)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913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3913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Applied SMOTE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41422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Fixed class imbalance before modeling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Stroke patients are significantly older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Glucose Level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Higher glucose = higher stroke risk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BMI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Obese patients show elevated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Hypertension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Strong association with stroke outcome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01752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🫀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319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Heart Disease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6576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Heart disease patients at higher risk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1752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Smoking Status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6576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Former smokers show elevated risk patterns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5 Plot Types Used: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03120" y="4663440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0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Histogram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93008" y="4663440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Boxplot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82896" y="4663440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Countplot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72784" y="4663440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Heatmap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62672" y="4663440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62672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Bar Chart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New Features Created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bmi_category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579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Underweight / Normal / Overweight / Obese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from raw BMI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4320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072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Minor / Young Adult / Middle Aged / Senior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from raw 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9867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Sum of hypertension + heart disease + age&gt;50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1605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</a:rPr>
              <a:t>combined risk indicator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0" cy="31089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Feature Selection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Method: SelectKBest (chi-squared) — Filter Method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Scores each feature statistically and keeps the top 8 most significant ones. Reduces noise and speeds up training.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Top Selected Features: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200400"/>
            <a:ext cx="1783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200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3200400"/>
            <a:ext cx="1783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200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avg_glucose_level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84448"/>
            <a:ext cx="1783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844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bmi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584448"/>
            <a:ext cx="1783080" cy="292608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5844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hypertension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968496"/>
            <a:ext cx="1783080" cy="292608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684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heart_disease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3968496"/>
            <a:ext cx="1783080" cy="292608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39684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risk_score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352544"/>
            <a:ext cx="1783080" cy="292608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3525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smoking_status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4352544"/>
            <a:ext cx="1783080" cy="292608"/>
          </a:xfrm>
          <a:prstGeom prst="rect">
            <a:avLst/>
          </a:prstGeom>
          <a:solidFill>
            <a:srgbClr val="E8F4F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43525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ever_married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Selection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Algorithm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1417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417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417320"/>
            <a:ext cx="1417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417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417320"/>
            <a:ext cx="1417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417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1417320"/>
            <a:ext cx="1417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417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764792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64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06040" y="176479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7647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0.87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0520" y="176479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7647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0.83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76479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7647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0.81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95160" y="1764792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7647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0.82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24028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06040" y="2240280"/>
            <a:ext cx="14173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0.91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60520" y="2240280"/>
            <a:ext cx="14173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0.88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2240280"/>
            <a:ext cx="14173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0.86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95160" y="2240280"/>
            <a:ext cx="141732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2240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0.87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2715768"/>
            <a:ext cx="2011680" cy="411480"/>
          </a:xfrm>
          <a:prstGeom prst="rect">
            <a:avLst/>
          </a:prstGeom>
          <a:solidFill>
            <a:srgbClr val="E6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715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✅ Random Forest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06040" y="2715768"/>
            <a:ext cx="1417320" cy="411480"/>
          </a:xfrm>
          <a:prstGeom prst="rect">
            <a:avLst/>
          </a:prstGeom>
          <a:solidFill>
            <a:srgbClr val="E6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2715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0.94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60520" y="2715768"/>
            <a:ext cx="1417320" cy="411480"/>
          </a:xfrm>
          <a:prstGeom prst="rect">
            <a:avLst/>
          </a:prstGeom>
          <a:solidFill>
            <a:srgbClr val="E6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2715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0.91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77840" y="2715768"/>
            <a:ext cx="1417320" cy="411480"/>
          </a:xfrm>
          <a:prstGeom prst="rect">
            <a:avLst/>
          </a:prstGeom>
          <a:solidFill>
            <a:srgbClr val="E6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2715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0.97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95160" y="2715768"/>
            <a:ext cx="1417320" cy="411480"/>
          </a:xfrm>
          <a:prstGeom prst="rect">
            <a:avLst/>
          </a:prstGeom>
          <a:solidFill>
            <a:srgbClr val="E6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27157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0.94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333756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4015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Random Forest Won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94360" y="37033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Handles mixed data types, resistant to overfitting with many trees, naturally provides feature importances, and outperformed both other models across every metric — especially recall (0.97), which is critical in medical settings where missing a real stroke case is dangerous.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Tuning with GridSearchCV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What is Parameter Tuning?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Every ML algorithm has hyperparameters — settings that control how it learns. The default values are rarely optimal for your specific dataset.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Tuning systematically searches for the best combination to maximize performance while preventing underfitting and overfitting.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does it matter?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Default settings → often suboptimal results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Tuning → finds the sweet spot for YOUR data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Prevents overfitting (memorizing) and underfitting (too simple)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0" cy="3566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Parameters Tuned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78308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83794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1837944"/>
            <a:ext cx="914400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83794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Best: 200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1214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Number of trees in the forest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3317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Tried: 100, 200, 300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79806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2798064"/>
            <a:ext cx="914400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7980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Best: 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Maximum depth each tree can grow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2918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Tried: None, 10, 20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70332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375818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3758184"/>
            <a:ext cx="914400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375818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Best: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041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Min samples needed to split a node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2519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Tried: 2, 5,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709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Method: GridSearchCV with 5-fold cross-validation · Scoring: F1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Tuned Random Forest · Test Set Performance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64792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0.914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9202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764792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0.967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23957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1920240" cy="1280160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764792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0.940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3957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F1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691640"/>
            <a:ext cx="1920240" cy="1280160"/>
          </a:xfrm>
          <a:prstGeom prst="rect">
            <a:avLst/>
          </a:prstGeom>
          <a:solidFill>
            <a:srgbClr val="029080"/>
          </a:solidFill>
          <a:ln w="12700">
            <a:solidFill>
              <a:srgbClr val="0290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764792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93.8%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03720" y="23957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023360" cy="164592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Confusion Matrix Breakdown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True Negatives: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884  (correctly predicted No Stroke)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True Positives: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940  (correctly predicted Stroke)
</a:t>
            </a:r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❌ False Negatives: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32   (missed stroke cases)
</a:t>
            </a:r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❌ False Positives: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89   (false alarms)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023360" cy="1645920"/>
          </a:xfrm>
          <a:prstGeom prst="rect">
            <a:avLst/>
          </a:prstGeom>
          <a:solidFill>
            <a:srgbClr val="0D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5661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Age is the strongest predictor of stroke risk, followed by average glucose level and BMI. The engineered risk_score feature also ranked among the top predictors, validating the feature engineering step. Both precision and recall far exceed the minimum threshold of 0.3.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Deployment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How the App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562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User fills in patient details (age, BMI, glucose, etc.)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App encodes, scales, and selects features — same pipeline as training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558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Tuned Random Forest predicts stroke probability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10565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Result shown with risk factor summary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0" cy="3566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Tech Stack &amp; Links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21808" y="1801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Python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011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21808" y="2368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25786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Model training &amp; evaluation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916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21808" y="29352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Streamlit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31455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Web app framework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4838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21808" y="3502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Streamlit Cloud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21808" y="37124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Free hosting &amp; deployment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050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🐙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21808" y="4069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GitHub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42793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Code repository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572000"/>
            <a:ext cx="3840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572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Live App → stroke-predictor.streamlit.app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Project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→  Raw messy dataset → cleaned, explored, engineered → ML model → live web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→  Tuned Random Forest: Precision 0.914 · Recall 0.967 · Accuracy 93.8%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→  Deployed at Streamlit Cloud with a public live link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→  Full code and notebook available on GitHub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4074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"Data is meaningless until its conversion into valuable information."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Stroke Risk Predictor</dc:title>
  <dc:subject>PptxGenJS Presentation</dc:subject>
  <dc:creator>PptxGenJS</dc:creator>
  <cp:lastModifiedBy>PptxGenJS</cp:lastModifiedBy>
  <cp:revision>1</cp:revision>
  <dcterms:created xsi:type="dcterms:W3CDTF">2026-05-30T03:48:23Z</dcterms:created>
  <dcterms:modified xsi:type="dcterms:W3CDTF">2026-05-30T03:48:23Z</dcterms:modified>
</cp:coreProperties>
</file>